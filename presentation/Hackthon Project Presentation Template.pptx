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59" r:id="rId5"/>
    <p:sldId id="287" r:id="rId6"/>
    <p:sldId id="288" r:id="rId7"/>
    <p:sldId id="278" r:id="rId8"/>
    <p:sldId id="273" r:id="rId9"/>
    <p:sldId id="262" r:id="rId10"/>
    <p:sldId id="281" r:id="rId11"/>
    <p:sldId id="279" r:id="rId12"/>
    <p:sldId id="284" r:id="rId13"/>
    <p:sldId id="285" r:id="rId14"/>
    <p:sldId id="286" r:id="rId15"/>
    <p:sldId id="280" r:id="rId16"/>
    <p:sldId id="277" r:id="rId17"/>
    <p:sldId id="289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493C2-F961-AE6C-C78A-A3E397BAC3D1}" v="77" dt="2026-01-24T07:12:45.064"/>
    <p1510:client id="{857E11F3-F11C-6843-C73E-27677A40A984}" v="240" dt="2026-01-24T07:27:37.62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Raje" userId="S::yogesh@edunetfoundation.org::9e0ba697-e1dc-452b-989f-11655901edb1" providerId="AD" clId="Web-{7AA78274-F908-906D-30B8-02717F7468DA}"/>
    <pc:docChg chg="modSld">
      <pc:chgData name="Yogesh Raje" userId="S::yogesh@edunetfoundation.org::9e0ba697-e1dc-452b-989f-11655901edb1" providerId="AD" clId="Web-{7AA78274-F908-906D-30B8-02717F7468DA}" dt="2026-01-15T05:22:26.930" v="15" actId="20577"/>
      <pc:docMkLst>
        <pc:docMk/>
      </pc:docMkLst>
      <pc:sldChg chg="modSp">
        <pc:chgData name="Yogesh Raje" userId="S::yogesh@edunetfoundation.org::9e0ba697-e1dc-452b-989f-11655901edb1" providerId="AD" clId="Web-{7AA78274-F908-906D-30B8-02717F7468DA}" dt="2026-01-15T05:22:26.930" v="15" actId="20577"/>
        <pc:sldMkLst>
          <pc:docMk/>
          <pc:sldMk cId="957564641" sldId="283"/>
        </pc:sldMkLst>
        <pc:spChg chg="mod">
          <ac:chgData name="Yogesh Raje" userId="S::yogesh@edunetfoundation.org::9e0ba697-e1dc-452b-989f-11655901edb1" providerId="AD" clId="Web-{7AA78274-F908-906D-30B8-02717F7468DA}" dt="2026-01-15T05:22:24.774" v="14" actId="1076"/>
          <ac:spMkLst>
            <pc:docMk/>
            <pc:sldMk cId="957564641" sldId="283"/>
            <ac:spMk id="2" creationId="{9AF97BF8-B3EC-77A2-9BFD-D66830272D56}"/>
          </ac:spMkLst>
        </pc:spChg>
        <pc:spChg chg="mod">
          <ac:chgData name="Yogesh Raje" userId="S::yogesh@edunetfoundation.org::9e0ba697-e1dc-452b-989f-11655901edb1" providerId="AD" clId="Web-{7AA78274-F908-906D-30B8-02717F7468DA}" dt="2026-01-15T05:22:26.930" v="15" actId="20577"/>
          <ac:spMkLst>
            <pc:docMk/>
            <pc:sldMk cId="957564641" sldId="283"/>
            <ac:spMk id="3" creationId="{FFAB85A1-2169-FF43-3E91-E2E8ADA742FF}"/>
          </ac:spMkLst>
        </pc:spChg>
      </pc:sldChg>
    </pc:docChg>
  </pc:docChgLst>
  <pc:docChgLst>
    <pc:chgData name="Thoufiq Z" userId="S::thoufiqz@edunetfoundation.org::83fa815d-fc3a-4272-b584-16b68fbcd8b9" providerId="AD" clId="Web-{392FB351-EFB2-ADE2-BBDC-DA8A76A84AAE}"/>
    <pc:docChg chg="modSld">
      <pc:chgData name="Thoufiq Z" userId="S::thoufiqz@edunetfoundation.org::83fa815d-fc3a-4272-b584-16b68fbcd8b9" providerId="AD" clId="Web-{392FB351-EFB2-ADE2-BBDC-DA8A76A84AAE}" dt="2026-01-22T06:07:07.605" v="0" actId="1076"/>
      <pc:docMkLst>
        <pc:docMk/>
      </pc:docMkLst>
      <pc:sldChg chg="modSp">
        <pc:chgData name="Thoufiq Z" userId="S::thoufiqz@edunetfoundation.org::83fa815d-fc3a-4272-b584-16b68fbcd8b9" providerId="AD" clId="Web-{392FB351-EFB2-ADE2-BBDC-DA8A76A84AAE}" dt="2026-01-22T06:07:07.605" v="0" actId="1076"/>
        <pc:sldMkLst>
          <pc:docMk/>
          <pc:sldMk cId="2772501912" sldId="279"/>
        </pc:sldMkLst>
        <pc:picChg chg="mod">
          <ac:chgData name="Thoufiq Z" userId="S::thoufiqz@edunetfoundation.org::83fa815d-fc3a-4272-b584-16b68fbcd8b9" providerId="AD" clId="Web-{392FB351-EFB2-ADE2-BBDC-DA8A76A84AAE}" dt="2026-01-22T06:07:07.605" v="0" actId="1076"/>
          <ac:picMkLst>
            <pc:docMk/>
            <pc:sldMk cId="2772501912" sldId="279"/>
            <ac:picMk id="3" creationId="{11BF3590-52D3-DC9D-2C84-E66D9597D77D}"/>
          </ac:picMkLst>
        </pc:picChg>
      </pc:sldChg>
    </pc:docChg>
  </pc:docChgLst>
  <pc:docChgLst>
    <pc:chgData name="Guest User" userId="S::urn:spo:tenantanon#ad06ef22-d6dc-4a55-b4c1-c3a158f5f147::" providerId="AD" clId="Web-{696493C2-F961-AE6C-C78A-A3E397BAC3D1}"/>
    <pc:docChg chg="addSld delSld modSld sldOrd">
      <pc:chgData name="Guest User" userId="S::urn:spo:tenantanon#ad06ef22-d6dc-4a55-b4c1-c3a158f5f147::" providerId="AD" clId="Web-{696493C2-F961-AE6C-C78A-A3E397BAC3D1}" dt="2026-01-24T07:12:45.064" v="42" actId="1076"/>
      <pc:docMkLst>
        <pc:docMk/>
      </pc:docMkLst>
      <pc:sldChg chg="addSp modSp">
        <pc:chgData name="Guest User" userId="S::urn:spo:tenantanon#ad06ef22-d6dc-4a55-b4c1-c3a158f5f147::" providerId="AD" clId="Web-{696493C2-F961-AE6C-C78A-A3E397BAC3D1}" dt="2026-01-24T07:12:45.064" v="42" actId="1076"/>
        <pc:sldMkLst>
          <pc:docMk/>
          <pc:sldMk cId="0" sldId="257"/>
        </pc:sldMkLst>
        <pc:picChg chg="add mod">
          <ac:chgData name="Guest User" userId="S::urn:spo:tenantanon#ad06ef22-d6dc-4a55-b4c1-c3a158f5f147::" providerId="AD" clId="Web-{696493C2-F961-AE6C-C78A-A3E397BAC3D1}" dt="2026-01-24T07:12:45.064" v="42" actId="1076"/>
          <ac:picMkLst>
            <pc:docMk/>
            <pc:sldMk cId="0" sldId="257"/>
            <ac:picMk id="2" creationId="{330C9D4A-B972-85E9-7C58-A77163220759}"/>
          </ac:picMkLst>
        </pc:picChg>
        <pc:picChg chg="mod">
          <ac:chgData name="Guest User" userId="S::urn:spo:tenantanon#ad06ef22-d6dc-4a55-b4c1-c3a158f5f147::" providerId="AD" clId="Web-{696493C2-F961-AE6C-C78A-A3E397BAC3D1}" dt="2026-01-24T07:12:38.471" v="40" actId="1076"/>
          <ac:picMkLst>
            <pc:docMk/>
            <pc:sldMk cId="0" sldId="257"/>
            <ac:picMk id="98" creationId="{00000000-0000-0000-0000-000000000000}"/>
          </ac:picMkLst>
        </pc:picChg>
      </pc:sldChg>
      <pc:sldChg chg="del">
        <pc:chgData name="Guest User" userId="S::urn:spo:tenantanon#ad06ef22-d6dc-4a55-b4c1-c3a158f5f147::" providerId="AD" clId="Web-{696493C2-F961-AE6C-C78A-A3E397BAC3D1}" dt="2026-01-24T07:11:10.355" v="30"/>
        <pc:sldMkLst>
          <pc:docMk/>
          <pc:sldMk cId="0" sldId="260"/>
        </pc:sldMkLst>
      </pc:sldChg>
      <pc:sldChg chg="modSp">
        <pc:chgData name="Guest User" userId="S::urn:spo:tenantanon#ad06ef22-d6dc-4a55-b4c1-c3a158f5f147::" providerId="AD" clId="Web-{696493C2-F961-AE6C-C78A-A3E397BAC3D1}" dt="2026-01-24T07:12:27.846" v="39" actId="20577"/>
        <pc:sldMkLst>
          <pc:docMk/>
          <pc:sldMk cId="0" sldId="262"/>
        </pc:sldMkLst>
        <pc:spChg chg="mod">
          <ac:chgData name="Guest User" userId="S::urn:spo:tenantanon#ad06ef22-d6dc-4a55-b4c1-c3a158f5f147::" providerId="AD" clId="Web-{696493C2-F961-AE6C-C78A-A3E397BAC3D1}" dt="2026-01-24T07:12:27.846" v="39" actId="20577"/>
          <ac:spMkLst>
            <pc:docMk/>
            <pc:sldMk cId="0" sldId="262"/>
            <ac:spMk id="179" creationId="{00000000-0000-0000-0000-000000000000}"/>
          </ac:spMkLst>
        </pc:spChg>
      </pc:sldChg>
      <pc:sldChg chg="del">
        <pc:chgData name="Guest User" userId="S::urn:spo:tenantanon#ad06ef22-d6dc-4a55-b4c1-c3a158f5f147::" providerId="AD" clId="Web-{696493C2-F961-AE6C-C78A-A3E397BAC3D1}" dt="2026-01-24T07:09:11.881" v="10"/>
        <pc:sldMkLst>
          <pc:docMk/>
          <pc:sldMk cId="0" sldId="264"/>
        </pc:sldMkLst>
      </pc:sldChg>
      <pc:sldChg chg="ord">
        <pc:chgData name="Guest User" userId="S::urn:spo:tenantanon#ad06ef22-d6dc-4a55-b4c1-c3a158f5f147::" providerId="AD" clId="Web-{696493C2-F961-AE6C-C78A-A3E397BAC3D1}" dt="2026-01-24T07:10:35.495" v="28"/>
        <pc:sldMkLst>
          <pc:docMk/>
          <pc:sldMk cId="3764405840" sldId="278"/>
        </pc:sldMkLst>
      </pc:sldChg>
      <pc:sldChg chg="addSp modSp ord">
        <pc:chgData name="Guest User" userId="S::urn:spo:tenantanon#ad06ef22-d6dc-4a55-b4c1-c3a158f5f147::" providerId="AD" clId="Web-{696493C2-F961-AE6C-C78A-A3E397BAC3D1}" dt="2026-01-24T07:08:56.974" v="9"/>
        <pc:sldMkLst>
          <pc:docMk/>
          <pc:sldMk cId="2772501912" sldId="279"/>
        </pc:sldMkLst>
        <pc:spChg chg="add mod">
          <ac:chgData name="Guest User" userId="S::urn:spo:tenantanon#ad06ef22-d6dc-4a55-b4c1-c3a158f5f147::" providerId="AD" clId="Web-{696493C2-F961-AE6C-C78A-A3E397BAC3D1}" dt="2026-01-24T07:08:48.974" v="8" actId="20577"/>
          <ac:spMkLst>
            <pc:docMk/>
            <pc:sldMk cId="2772501912" sldId="279"/>
            <ac:spMk id="2" creationId="{48079FEC-4447-C4FA-64A4-CB532564DAF6}"/>
          </ac:spMkLst>
        </pc:spChg>
      </pc:sldChg>
      <pc:sldChg chg="ord">
        <pc:chgData name="Guest User" userId="S::urn:spo:tenantanon#ad06ef22-d6dc-4a55-b4c1-c3a158f5f147::" providerId="AD" clId="Web-{696493C2-F961-AE6C-C78A-A3E397BAC3D1}" dt="2026-01-24T07:10:52.089" v="29"/>
        <pc:sldMkLst>
          <pc:docMk/>
          <pc:sldMk cId="328526394" sldId="281"/>
        </pc:sldMkLst>
      </pc:sldChg>
      <pc:sldChg chg="modSp add replId">
        <pc:chgData name="Guest User" userId="S::urn:spo:tenantanon#ad06ef22-d6dc-4a55-b4c1-c3a158f5f147::" providerId="AD" clId="Web-{696493C2-F961-AE6C-C78A-A3E397BAC3D1}" dt="2026-01-24T07:09:33.068" v="20" actId="20577"/>
        <pc:sldMkLst>
          <pc:docMk/>
          <pc:sldMk cId="795043773" sldId="284"/>
        </pc:sldMkLst>
        <pc:spChg chg="mod">
          <ac:chgData name="Guest User" userId="S::urn:spo:tenantanon#ad06ef22-d6dc-4a55-b4c1-c3a158f5f147::" providerId="AD" clId="Web-{696493C2-F961-AE6C-C78A-A3E397BAC3D1}" dt="2026-01-24T07:09:33.068" v="20" actId="20577"/>
          <ac:spMkLst>
            <pc:docMk/>
            <pc:sldMk cId="795043773" sldId="284"/>
            <ac:spMk id="2" creationId="{DD23FCBA-FC00-378F-C117-12DC1F4FD6E0}"/>
          </ac:spMkLst>
        </pc:spChg>
      </pc:sldChg>
      <pc:sldChg chg="modSp add replId">
        <pc:chgData name="Guest User" userId="S::urn:spo:tenantanon#ad06ef22-d6dc-4a55-b4c1-c3a158f5f147::" providerId="AD" clId="Web-{696493C2-F961-AE6C-C78A-A3E397BAC3D1}" dt="2026-01-24T07:09:48.006" v="22" actId="20577"/>
        <pc:sldMkLst>
          <pc:docMk/>
          <pc:sldMk cId="1135684311" sldId="285"/>
        </pc:sldMkLst>
        <pc:spChg chg="mod">
          <ac:chgData name="Guest User" userId="S::urn:spo:tenantanon#ad06ef22-d6dc-4a55-b4c1-c3a158f5f147::" providerId="AD" clId="Web-{696493C2-F961-AE6C-C78A-A3E397BAC3D1}" dt="2026-01-24T07:09:48.006" v="22" actId="20577"/>
          <ac:spMkLst>
            <pc:docMk/>
            <pc:sldMk cId="1135684311" sldId="285"/>
            <ac:spMk id="2" creationId="{6FFE5FD7-2292-570F-1397-1E9287F8CB9D}"/>
          </ac:spMkLst>
        </pc:spChg>
      </pc:sldChg>
      <pc:sldChg chg="modSp add replId">
        <pc:chgData name="Guest User" userId="S::urn:spo:tenantanon#ad06ef22-d6dc-4a55-b4c1-c3a158f5f147::" providerId="AD" clId="Web-{696493C2-F961-AE6C-C78A-A3E397BAC3D1}" dt="2026-01-24T07:09:56.521" v="25" actId="20577"/>
        <pc:sldMkLst>
          <pc:docMk/>
          <pc:sldMk cId="1138841112" sldId="286"/>
        </pc:sldMkLst>
        <pc:spChg chg="mod">
          <ac:chgData name="Guest User" userId="S::urn:spo:tenantanon#ad06ef22-d6dc-4a55-b4c1-c3a158f5f147::" providerId="AD" clId="Web-{696493C2-F961-AE6C-C78A-A3E397BAC3D1}" dt="2026-01-24T07:09:56.521" v="25" actId="20577"/>
          <ac:spMkLst>
            <pc:docMk/>
            <pc:sldMk cId="1138841112" sldId="286"/>
            <ac:spMk id="2" creationId="{CF9D04B6-7646-B3BF-9A84-684A467FADAB}"/>
          </ac:spMkLst>
        </pc:spChg>
      </pc:sldChg>
    </pc:docChg>
  </pc:docChgLst>
  <pc:docChgLst>
    <pc:chgData name="Yogesh Raje" userId="S::yogesh@edunetfoundation.org::9e0ba697-e1dc-452b-989f-11655901edb1" providerId="AD" clId="Web-{857E11F3-F11C-6843-C73E-27677A40A984}"/>
    <pc:docChg chg="addSld delSld modSld sldOrd">
      <pc:chgData name="Yogesh Raje" userId="S::yogesh@edunetfoundation.org::9e0ba697-e1dc-452b-989f-11655901edb1" providerId="AD" clId="Web-{857E11F3-F11C-6843-C73E-27677A40A984}" dt="2026-01-24T07:27:35.250" v="160" actId="20577"/>
      <pc:docMkLst>
        <pc:docMk/>
      </pc:docMkLst>
      <pc:sldChg chg="addSp">
        <pc:chgData name="Yogesh Raje" userId="S::yogesh@edunetfoundation.org::9e0ba697-e1dc-452b-989f-11655901edb1" providerId="AD" clId="Web-{857E11F3-F11C-6843-C73E-27677A40A984}" dt="2026-01-24T07:25:33.140" v="128"/>
        <pc:sldMkLst>
          <pc:docMk/>
          <pc:sldMk cId="0" sldId="257"/>
        </pc:sldMkLst>
        <pc:picChg chg="add">
          <ac:chgData name="Yogesh Raje" userId="S::yogesh@edunetfoundation.org::9e0ba697-e1dc-452b-989f-11655901edb1" providerId="AD" clId="Web-{857E11F3-F11C-6843-C73E-27677A40A984}" dt="2026-01-24T07:25:33.140" v="128"/>
          <ac:picMkLst>
            <pc:docMk/>
            <pc:sldMk cId="0" sldId="257"/>
            <ac:picMk id="4" creationId="{93071BE8-5070-42BA-3450-6F0039B8532C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5:39.546" v="130"/>
        <pc:sldMkLst>
          <pc:docMk/>
          <pc:sldMk cId="0" sldId="259"/>
        </pc:sldMkLst>
        <pc:spChg chg="add mod">
          <ac:chgData name="Yogesh Raje" userId="S::yogesh@edunetfoundation.org::9e0ba697-e1dc-452b-989f-11655901edb1" providerId="AD" clId="Web-{857E11F3-F11C-6843-C73E-27677A40A984}" dt="2026-01-24T07:17:44.196" v="33" actId="20577"/>
          <ac:spMkLst>
            <pc:docMk/>
            <pc:sldMk cId="0" sldId="259"/>
            <ac:spMk id="3" creationId="{2F548320-B634-92CD-C520-43B25557F859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39.546" v="130"/>
          <ac:picMkLst>
            <pc:docMk/>
            <pc:sldMk cId="0" sldId="259"/>
            <ac:picMk id="5" creationId="{68EE1157-422B-2DEC-F7BF-0A06B973C983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6:16.991" v="16"/>
          <ac:picMkLst>
            <pc:docMk/>
            <pc:sldMk cId="0" sldId="259"/>
            <ac:picMk id="115" creationId="{00000000-0000-0000-0000-000000000000}"/>
          </ac:picMkLst>
        </pc:picChg>
      </pc:sldChg>
      <pc:sldChg chg="addSp modSp">
        <pc:chgData name="Yogesh Raje" userId="S::yogesh@edunetfoundation.org::9e0ba697-e1dc-452b-989f-11655901edb1" providerId="AD" clId="Web-{857E11F3-F11C-6843-C73E-27677A40A984}" dt="2026-01-24T07:25:59.343" v="136" actId="14100"/>
        <pc:sldMkLst>
          <pc:docMk/>
          <pc:sldMk cId="0" sldId="262"/>
        </pc:sldMkLst>
        <pc:spChg chg="mod">
          <ac:chgData name="Yogesh Raje" userId="S::yogesh@edunetfoundation.org::9e0ba697-e1dc-452b-989f-11655901edb1" providerId="AD" clId="Web-{857E11F3-F11C-6843-C73E-27677A40A984}" dt="2026-01-24T07:19:31.666" v="54" actId="1076"/>
          <ac:spMkLst>
            <pc:docMk/>
            <pc:sldMk cId="0" sldId="262"/>
            <ac:spMk id="179" creationId="{00000000-0000-0000-0000-000000000000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54.453" v="135"/>
          <ac:picMkLst>
            <pc:docMk/>
            <pc:sldMk cId="0" sldId="262"/>
            <ac:picMk id="3" creationId="{13F004CF-732B-B365-E320-17AD7B82A8D0}"/>
          </ac:picMkLst>
        </pc:picChg>
        <pc:picChg chg="mod">
          <ac:chgData name="Yogesh Raje" userId="S::yogesh@edunetfoundation.org::9e0ba697-e1dc-452b-989f-11655901edb1" providerId="AD" clId="Web-{857E11F3-F11C-6843-C73E-27677A40A984}" dt="2026-01-24T07:25:59.343" v="136" actId="14100"/>
          <ac:picMkLst>
            <pc:docMk/>
            <pc:sldMk cId="0" sldId="262"/>
            <ac:picMk id="178" creationId="{00000000-0000-0000-0000-000000000000}"/>
          </ac:picMkLst>
        </pc:picChg>
      </pc:sldChg>
      <pc:sldChg chg="addSp delSp modSp ord">
        <pc:chgData name="Yogesh Raje" userId="S::yogesh@edunetfoundation.org::9e0ba697-e1dc-452b-989f-11655901edb1" providerId="AD" clId="Web-{857E11F3-F11C-6843-C73E-27677A40A984}" dt="2026-01-24T07:25:51.687" v="134"/>
        <pc:sldMkLst>
          <pc:docMk/>
          <pc:sldMk cId="0" sldId="273"/>
        </pc:sldMkLst>
        <pc:spChg chg="mod">
          <ac:chgData name="Yogesh Raje" userId="S::yogesh@edunetfoundation.org::9e0ba697-e1dc-452b-989f-11655901edb1" providerId="AD" clId="Web-{857E11F3-F11C-6843-C73E-27677A40A984}" dt="2026-01-24T07:21:46.793" v="105" actId="1076"/>
          <ac:spMkLst>
            <pc:docMk/>
            <pc:sldMk cId="0" sldId="273"/>
            <ac:spMk id="279" creationId="{00000000-0000-0000-0000-000000000000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1:49.153" v="106" actId="1076"/>
          <ac:spMkLst>
            <pc:docMk/>
            <pc:sldMk cId="0" sldId="273"/>
            <ac:spMk id="280" creationId="{00000000-0000-0000-0000-000000000000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1:52.246" v="107" actId="1076"/>
          <ac:spMkLst>
            <pc:docMk/>
            <pc:sldMk cId="0" sldId="273"/>
            <ac:spMk id="281" creationId="{00000000-0000-0000-0000-000000000000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2:01.356" v="109"/>
          <ac:spMkLst>
            <pc:docMk/>
            <pc:sldMk cId="0" sldId="273"/>
            <ac:spMk id="282" creationId="{00000000-0000-0000-0000-000000000000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51.687" v="134"/>
          <ac:picMkLst>
            <pc:docMk/>
            <pc:sldMk cId="0" sldId="273"/>
            <ac:picMk id="3" creationId="{676BD740-4294-408A-9014-7C75E9F50954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6:14.625" v="144"/>
        <pc:sldMkLst>
          <pc:docMk/>
          <pc:sldMk cId="0" sldId="276"/>
        </pc:sldMkLst>
        <pc:picChg chg="add">
          <ac:chgData name="Yogesh Raje" userId="S::yogesh@edunetfoundation.org::9e0ba697-e1dc-452b-989f-11655901edb1" providerId="AD" clId="Web-{857E11F3-F11C-6843-C73E-27677A40A984}" dt="2026-01-24T07:26:14.625" v="144"/>
          <ac:picMkLst>
            <pc:docMk/>
            <pc:sldMk cId="0" sldId="276"/>
            <ac:picMk id="3" creationId="{BA9DDD0D-7A91-1E4E-00BA-F7FF05ABF76F}"/>
          </ac:picMkLst>
        </pc:picChg>
      </pc:sldChg>
      <pc:sldChg chg="addSp ord">
        <pc:chgData name="Yogesh Raje" userId="S::yogesh@edunetfoundation.org::9e0ba697-e1dc-452b-989f-11655901edb1" providerId="AD" clId="Web-{857E11F3-F11C-6843-C73E-27677A40A984}" dt="2026-01-24T07:26:13.031" v="143"/>
        <pc:sldMkLst>
          <pc:docMk/>
          <pc:sldMk cId="2115484872" sldId="277"/>
        </pc:sldMkLst>
        <pc:picChg chg="add">
          <ac:chgData name="Yogesh Raje" userId="S::yogesh@edunetfoundation.org::9e0ba697-e1dc-452b-989f-11655901edb1" providerId="AD" clId="Web-{857E11F3-F11C-6843-C73E-27677A40A984}" dt="2026-01-24T07:26:13.031" v="143"/>
          <ac:picMkLst>
            <pc:docMk/>
            <pc:sldMk cId="2115484872" sldId="277"/>
            <ac:picMk id="3" creationId="{B8925A06-F7F9-F25E-EBB3-1891B33446BF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5:48.437" v="133"/>
        <pc:sldMkLst>
          <pc:docMk/>
          <pc:sldMk cId="3764405840" sldId="278"/>
        </pc:sldMkLst>
        <pc:picChg chg="add">
          <ac:chgData name="Yogesh Raje" userId="S::yogesh@edunetfoundation.org::9e0ba697-e1dc-452b-989f-11655901edb1" providerId="AD" clId="Web-{857E11F3-F11C-6843-C73E-27677A40A984}" dt="2026-01-24T07:25:48.437" v="133"/>
          <ac:picMkLst>
            <pc:docMk/>
            <pc:sldMk cId="3764405840" sldId="278"/>
            <ac:picMk id="5" creationId="{BD72C005-E1BD-D1EA-4A68-50937DBCE5A8}"/>
          </ac:picMkLst>
        </pc:picChg>
      </pc:sldChg>
      <pc:sldChg chg="addSp delSp modSp ord">
        <pc:chgData name="Yogesh Raje" userId="S::yogesh@edunetfoundation.org::9e0ba697-e1dc-452b-989f-11655901edb1" providerId="AD" clId="Web-{857E11F3-F11C-6843-C73E-27677A40A984}" dt="2026-01-24T07:26:03.906" v="138"/>
        <pc:sldMkLst>
          <pc:docMk/>
          <pc:sldMk cId="2772501912" sldId="279"/>
        </pc:sldMkLst>
        <pc:spChg chg="mod">
          <ac:chgData name="Yogesh Raje" userId="S::yogesh@edunetfoundation.org::9e0ba697-e1dc-452b-989f-11655901edb1" providerId="AD" clId="Web-{857E11F3-F11C-6843-C73E-27677A40A984}" dt="2026-01-24T07:20:31.261" v="73" actId="1076"/>
          <ac:spMkLst>
            <pc:docMk/>
            <pc:sldMk cId="2772501912" sldId="279"/>
            <ac:spMk id="2" creationId="{48079FEC-4447-C4FA-64A4-CB532564DAF6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3:04.044" v="121"/>
          <ac:spMkLst>
            <pc:docMk/>
            <pc:sldMk cId="2772501912" sldId="279"/>
            <ac:spMk id="179" creationId="{B44D301C-393F-354F-3E88-518CAEB33CE6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57.528" v="119" actId="1076"/>
          <ac:picMkLst>
            <pc:docMk/>
            <pc:sldMk cId="2772501912" sldId="279"/>
            <ac:picMk id="3" creationId="{11BF3590-52D3-DC9D-2C84-E66D9597D77D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3.906" v="138"/>
          <ac:picMkLst>
            <pc:docMk/>
            <pc:sldMk cId="2772501912" sldId="279"/>
            <ac:picMk id="5" creationId="{073ADE60-811A-97E9-24FE-F2F7F61FA469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6:11.156" v="142"/>
        <pc:sldMkLst>
          <pc:docMk/>
          <pc:sldMk cId="2136706720" sldId="280"/>
        </pc:sldMkLst>
        <pc:picChg chg="add">
          <ac:chgData name="Yogesh Raje" userId="S::yogesh@edunetfoundation.org::9e0ba697-e1dc-452b-989f-11655901edb1" providerId="AD" clId="Web-{857E11F3-F11C-6843-C73E-27677A40A984}" dt="2026-01-24T07:26:11.156" v="142"/>
          <ac:picMkLst>
            <pc:docMk/>
            <pc:sldMk cId="2136706720" sldId="280"/>
            <ac:picMk id="3" creationId="{B96DCFED-2C83-7A17-CDB2-A4F4D4BBD1D5}"/>
          </ac:picMkLst>
        </pc:picChg>
      </pc:sldChg>
      <pc:sldChg chg="addSp modSp ord">
        <pc:chgData name="Yogesh Raje" userId="S::yogesh@edunetfoundation.org::9e0ba697-e1dc-452b-989f-11655901edb1" providerId="AD" clId="Web-{857E11F3-F11C-6843-C73E-27677A40A984}" dt="2026-01-24T07:26:01.437" v="137"/>
        <pc:sldMkLst>
          <pc:docMk/>
          <pc:sldMk cId="328526394" sldId="281"/>
        </pc:sldMkLst>
        <pc:spChg chg="mod">
          <ac:chgData name="Yogesh Raje" userId="S::yogesh@edunetfoundation.org::9e0ba697-e1dc-452b-989f-11655901edb1" providerId="AD" clId="Web-{857E11F3-F11C-6843-C73E-27677A40A984}" dt="2026-01-24T07:19:49.417" v="58" actId="20577"/>
          <ac:spMkLst>
            <pc:docMk/>
            <pc:sldMk cId="328526394" sldId="281"/>
            <ac:spMk id="135" creationId="{2A145802-2DD3-EEBA-7D44-210C05B98C91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6:01.437" v="137"/>
          <ac:picMkLst>
            <pc:docMk/>
            <pc:sldMk cId="328526394" sldId="281"/>
            <ac:picMk id="4" creationId="{F55A7959-9FC6-1DAE-7A47-36165450EF19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5:36.312" v="129"/>
        <pc:sldMkLst>
          <pc:docMk/>
          <pc:sldMk cId="2952584201" sldId="282"/>
        </pc:sldMkLst>
        <pc:spChg chg="add mod">
          <ac:chgData name="Yogesh Raje" userId="S::yogesh@edunetfoundation.org::9e0ba697-e1dc-452b-989f-11655901edb1" providerId="AD" clId="Web-{857E11F3-F11C-6843-C73E-27677A40A984}" dt="2026-01-24T07:18:16.009" v="45" actId="1076"/>
          <ac:spMkLst>
            <pc:docMk/>
            <pc:sldMk cId="2952584201" sldId="282"/>
            <ac:spMk id="3" creationId="{9C57FE32-8AA8-E540-E0AA-C9737C71A0E2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36.312" v="129"/>
          <ac:picMkLst>
            <pc:docMk/>
            <pc:sldMk cId="2952584201" sldId="282"/>
            <ac:picMk id="5" creationId="{E7A64CCA-ED49-69BC-3595-2C1CBD5E6D02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8:12.337" v="44"/>
          <ac:picMkLst>
            <pc:docMk/>
            <pc:sldMk cId="2952584201" sldId="282"/>
            <ac:picMk id="106" creationId="{286A03B7-10C8-4B3E-AB7E-1BEE35090A27}"/>
          </ac:picMkLst>
        </pc:picChg>
      </pc:sldChg>
      <pc:sldChg chg="addSp modSp">
        <pc:chgData name="Yogesh Raje" userId="S::yogesh@edunetfoundation.org::9e0ba697-e1dc-452b-989f-11655901edb1" providerId="AD" clId="Web-{857E11F3-F11C-6843-C73E-27677A40A984}" dt="2026-01-24T07:25:23.795" v="127" actId="1076"/>
        <pc:sldMkLst>
          <pc:docMk/>
          <pc:sldMk cId="957564641" sldId="283"/>
        </pc:sldMkLst>
        <pc:picChg chg="add mod">
          <ac:chgData name="Yogesh Raje" userId="S::yogesh@edunetfoundation.org::9e0ba697-e1dc-452b-989f-11655901edb1" providerId="AD" clId="Web-{857E11F3-F11C-6843-C73E-27677A40A984}" dt="2026-01-24T07:25:23.795" v="127" actId="1076"/>
          <ac:picMkLst>
            <pc:docMk/>
            <pc:sldMk cId="957564641" sldId="283"/>
            <ac:picMk id="4" creationId="{9270813B-BF9E-B61A-92D0-FA37C990652F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5.640" v="139"/>
        <pc:sldMkLst>
          <pc:docMk/>
          <pc:sldMk cId="795043773" sldId="284"/>
        </pc:sldMkLst>
        <pc:spChg chg="mod">
          <ac:chgData name="Yogesh Raje" userId="S::yogesh@edunetfoundation.org::9e0ba697-e1dc-452b-989f-11655901edb1" providerId="AD" clId="Web-{857E11F3-F11C-6843-C73E-27677A40A984}" dt="2026-01-24T07:20:47.043" v="80" actId="14100"/>
          <ac:spMkLst>
            <pc:docMk/>
            <pc:sldMk cId="795043773" sldId="284"/>
            <ac:spMk id="2" creationId="{DD23FCBA-FC00-378F-C117-12DC1F4FD6E0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2:53.903" v="118"/>
          <ac:spMkLst>
            <pc:docMk/>
            <pc:sldMk cId="795043773" sldId="284"/>
            <ac:spMk id="179" creationId="{6C4F1F88-83AE-DF8E-66C7-44F62D1C5252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39.606" v="115" actId="1076"/>
          <ac:picMkLst>
            <pc:docMk/>
            <pc:sldMk cId="795043773" sldId="284"/>
            <ac:picMk id="3" creationId="{D92F9EA0-945F-B25A-20C3-D63B1F62EF29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5.640" v="139"/>
          <ac:picMkLst>
            <pc:docMk/>
            <pc:sldMk cId="795043773" sldId="284"/>
            <ac:picMk id="5" creationId="{C9B59E40-7B3E-CFB4-3FD9-6C10E068F0AF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7.828" v="140"/>
        <pc:sldMkLst>
          <pc:docMk/>
          <pc:sldMk cId="1135684311" sldId="285"/>
        </pc:sldMkLst>
        <pc:spChg chg="mod">
          <ac:chgData name="Yogesh Raje" userId="S::yogesh@edunetfoundation.org::9e0ba697-e1dc-452b-989f-11655901edb1" providerId="AD" clId="Web-{857E11F3-F11C-6843-C73E-27677A40A984}" dt="2026-01-24T07:21:00.949" v="92" actId="14100"/>
          <ac:spMkLst>
            <pc:docMk/>
            <pc:sldMk cId="1135684311" sldId="285"/>
            <ac:spMk id="2" creationId="{6FFE5FD7-2292-570F-1397-1E9287F8CB9D}"/>
          </ac:spMkLst>
        </pc:spChg>
        <pc:spChg chg="del">
          <ac:chgData name="Yogesh Raje" userId="S::yogesh@edunetfoundation.org::9e0ba697-e1dc-452b-989f-11655901edb1" providerId="AD" clId="Web-{857E11F3-F11C-6843-C73E-27677A40A984}" dt="2026-01-24T07:22:36.918" v="114"/>
          <ac:spMkLst>
            <pc:docMk/>
            <pc:sldMk cId="1135684311" sldId="285"/>
            <ac:spMk id="179" creationId="{C99901E6-E51F-5E94-2543-5AC8E1E4E2C4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31.168" v="113" actId="1076"/>
          <ac:picMkLst>
            <pc:docMk/>
            <pc:sldMk cId="1135684311" sldId="285"/>
            <ac:picMk id="3" creationId="{49BD6667-B0AB-E1EE-4A88-EF769D5A1818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7.828" v="140"/>
          <ac:picMkLst>
            <pc:docMk/>
            <pc:sldMk cId="1135684311" sldId="285"/>
            <ac:picMk id="5" creationId="{A9872FD1-7A0B-E5B9-638C-B95C4CCFE94C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9.375" v="141"/>
        <pc:sldMkLst>
          <pc:docMk/>
          <pc:sldMk cId="1138841112" sldId="286"/>
        </pc:sldMkLst>
        <pc:spChg chg="mod">
          <ac:chgData name="Yogesh Raje" userId="S::yogesh@edunetfoundation.org::9e0ba697-e1dc-452b-989f-11655901edb1" providerId="AD" clId="Web-{857E11F3-F11C-6843-C73E-27677A40A984}" dt="2026-01-24T07:22:25.903" v="111" actId="1076"/>
          <ac:spMkLst>
            <pc:docMk/>
            <pc:sldMk cId="1138841112" sldId="286"/>
            <ac:spMk id="2" creationId="{CF9D04B6-7646-B3BF-9A84-684A467FADAB}"/>
          </ac:spMkLst>
        </pc:spChg>
        <pc:spChg chg="del">
          <ac:chgData name="Yogesh Raje" userId="S::yogesh@edunetfoundation.org::9e0ba697-e1dc-452b-989f-11655901edb1" providerId="AD" clId="Web-{857E11F3-F11C-6843-C73E-27677A40A984}" dt="2026-01-24T07:22:28.622" v="112"/>
          <ac:spMkLst>
            <pc:docMk/>
            <pc:sldMk cId="1138841112" sldId="286"/>
            <ac:spMk id="179" creationId="{66E12AB6-73BA-21A4-6368-DBC20717980B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21.981" v="110" actId="1076"/>
          <ac:picMkLst>
            <pc:docMk/>
            <pc:sldMk cId="1138841112" sldId="286"/>
            <ac:picMk id="3" creationId="{0C919C56-AC7B-B30B-24DD-FBA3E8E6701B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9.375" v="141"/>
          <ac:picMkLst>
            <pc:docMk/>
            <pc:sldMk cId="1138841112" sldId="286"/>
            <ac:picMk id="5" creationId="{BF314CEB-36A0-2FF5-7F53-C10C910CAB03}"/>
          </ac:picMkLst>
        </pc:picChg>
      </pc:sldChg>
      <pc:sldChg chg="new del">
        <pc:chgData name="Yogesh Raje" userId="S::yogesh@edunetfoundation.org::9e0ba697-e1dc-452b-989f-11655901edb1" providerId="AD" clId="Web-{857E11F3-F11C-6843-C73E-27677A40A984}" dt="2026-01-24T07:15:01.913" v="1"/>
        <pc:sldMkLst>
          <pc:docMk/>
          <pc:sldMk cId="859120622" sldId="287"/>
        </pc:sldMkLst>
      </pc:sldChg>
      <pc:sldChg chg="addSp delSp modSp add replId">
        <pc:chgData name="Yogesh Raje" userId="S::yogesh@edunetfoundation.org::9e0ba697-e1dc-452b-989f-11655901edb1" providerId="AD" clId="Web-{857E11F3-F11C-6843-C73E-27677A40A984}" dt="2026-01-24T07:25:42.405" v="131"/>
        <pc:sldMkLst>
          <pc:docMk/>
          <pc:sldMk cId="1034139590" sldId="287"/>
        </pc:sldMkLst>
        <pc:spChg chg="add mod">
          <ac:chgData name="Yogesh Raje" userId="S::yogesh@edunetfoundation.org::9e0ba697-e1dc-452b-989f-11655901edb1" providerId="AD" clId="Web-{857E11F3-F11C-6843-C73E-27677A40A984}" dt="2026-01-24T07:17:36.446" v="31" actId="20577"/>
          <ac:spMkLst>
            <pc:docMk/>
            <pc:sldMk cId="1034139590" sldId="287"/>
            <ac:spMk id="3" creationId="{0A9D9ED1-DFE2-2CB1-E07B-2D3C44A85C9C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42.405" v="131"/>
          <ac:picMkLst>
            <pc:docMk/>
            <pc:sldMk cId="1034139590" sldId="287"/>
            <ac:picMk id="5" creationId="{B04F3E9D-0527-2FF2-E87C-9369E2B678CF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5:22.335" v="3"/>
          <ac:picMkLst>
            <pc:docMk/>
            <pc:sldMk cId="1034139590" sldId="287"/>
            <ac:picMk id="115" creationId="{150CD634-CE32-8549-99F8-CA4675C2F439}"/>
          </ac:picMkLst>
        </pc:picChg>
      </pc:sldChg>
      <pc:sldChg chg="addSp modSp add replId">
        <pc:chgData name="Yogesh Raje" userId="S::yogesh@edunetfoundation.org::9e0ba697-e1dc-452b-989f-11655901edb1" providerId="AD" clId="Web-{857E11F3-F11C-6843-C73E-27677A40A984}" dt="2026-01-24T07:25:45.921" v="132"/>
        <pc:sldMkLst>
          <pc:docMk/>
          <pc:sldMk cId="4281176502" sldId="288"/>
        </pc:sldMkLst>
        <pc:spChg chg="mod">
          <ac:chgData name="Yogesh Raje" userId="S::yogesh@edunetfoundation.org::9e0ba697-e1dc-452b-989f-11655901edb1" providerId="AD" clId="Web-{857E11F3-F11C-6843-C73E-27677A40A984}" dt="2026-01-24T07:17:29.946" v="29" actId="20577"/>
          <ac:spMkLst>
            <pc:docMk/>
            <pc:sldMk cId="4281176502" sldId="288"/>
            <ac:spMk id="3" creationId="{F987C414-2D49-9E5D-A5D6-CF94524B9BE5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45.921" v="132"/>
          <ac:picMkLst>
            <pc:docMk/>
            <pc:sldMk cId="4281176502" sldId="288"/>
            <ac:picMk id="5" creationId="{2899F497-8CBE-8DC8-B6F2-DCAEF5D36669}"/>
          </ac:picMkLst>
        </pc:picChg>
      </pc:sldChg>
      <pc:sldChg chg="modSp add replId">
        <pc:chgData name="Yogesh Raje" userId="S::yogesh@edunetfoundation.org::9e0ba697-e1dc-452b-989f-11655901edb1" providerId="AD" clId="Web-{857E11F3-F11C-6843-C73E-27677A40A984}" dt="2026-01-24T07:27:35.250" v="160" actId="20577"/>
        <pc:sldMkLst>
          <pc:docMk/>
          <pc:sldMk cId="200156314" sldId="289"/>
        </pc:sldMkLst>
        <pc:spChg chg="mod">
          <ac:chgData name="Yogesh Raje" userId="S::yogesh@edunetfoundation.org::9e0ba697-e1dc-452b-989f-11655901edb1" providerId="AD" clId="Web-{857E11F3-F11C-6843-C73E-27677A40A984}" dt="2026-01-24T07:27:02.859" v="148" actId="20577"/>
          <ac:spMkLst>
            <pc:docMk/>
            <pc:sldMk cId="200156314" sldId="289"/>
            <ac:spMk id="278" creationId="{7BDA5ADF-C9A0-CA5D-844A-6AC3872A0D8C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7:35.250" v="160" actId="20577"/>
          <ac:spMkLst>
            <pc:docMk/>
            <pc:sldMk cId="200156314" sldId="289"/>
            <ac:spMk id="279" creationId="{AF5AFD00-74FD-B439-5973-23933ABD88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33DCD37-0C3F-12BB-708C-15A0BFB7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3D30803-6188-6E87-DDB6-6562A9E17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DC8AB23-C1B1-CB09-E0BB-C9AAC48979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5224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D9BD954-16FD-FB57-C6A4-EB5D3F15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F3489E1-7724-611B-4E81-BEA0792A2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0D8B4C3-8B92-E26F-E1AC-2161B8338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3080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8158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Agentic AI Hackathon: Building Intelligent Agents with IBM Granite and </a:t>
            </a:r>
            <a:r>
              <a:rPr lang="en-US" dirty="0" err="1"/>
              <a:t>LangFlow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endParaRPr lang="en-US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481943" y="1219200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lang="en-US" sz="3500" b="1" i="0" u="none" strike="noStrike" cap="none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SKYMINDS</a:t>
            </a:r>
            <a:r>
              <a:rPr lang="en-US" sz="35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2190457" y="1490505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205378947"/>
              </p:ext>
            </p:extLst>
          </p:nvPr>
        </p:nvGraphicFramePr>
        <p:xfrm>
          <a:off x="1596852" y="1942025"/>
          <a:ext cx="7230400" cy="411853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58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2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9500" y="5103276"/>
            <a:ext cx="766140" cy="957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02176" y="3901483"/>
            <a:ext cx="869440" cy="1049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7;p2" descr="A person with a beard and mustache&#10;&#10;AI-generated content may be incorrect.">
            <a:extLst>
              <a:ext uri="{FF2B5EF4-FFF2-40B4-BE49-F238E27FC236}">
                <a16:creationId xmlns:a16="http://schemas.microsoft.com/office/drawing/2014/main" id="{330C9D4A-B972-85E9-7C58-A771632207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2176" y="2946065"/>
            <a:ext cx="766140" cy="957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804672" y="1188720"/>
            <a:ext cx="761695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Travel Agent</a:t>
            </a:r>
          </a:p>
          <a:p>
            <a:r>
              <a:rPr lang="en-US" b="1" dirty="0"/>
              <a:t>The Challenge</a:t>
            </a:r>
            <a:br>
              <a:rPr lang="en-US" dirty="0"/>
            </a:br>
            <a:r>
              <a:rPr lang="en-US" dirty="0"/>
              <a:t>Travel planning can be overwhelming, as individuals often struggle with:</a:t>
            </a:r>
          </a:p>
          <a:p>
            <a:r>
              <a:rPr lang="en-US" b="1" dirty="0"/>
              <a:t>Information overload</a:t>
            </a:r>
            <a:r>
              <a:rPr lang="en-US" dirty="0"/>
              <a:t> – browsing multiple sites for flights, hotels, and activities.</a:t>
            </a:r>
          </a:p>
          <a:p>
            <a:r>
              <a:rPr lang="en-US" b="1" dirty="0"/>
              <a:t>Personalization gaps</a:t>
            </a:r>
            <a:r>
              <a:rPr lang="en-US" dirty="0"/>
              <a:t> – generic suggestions that don’t match user interests, budgets, or travel styles.</a:t>
            </a:r>
          </a:p>
          <a:p>
            <a:r>
              <a:rPr lang="en-US" b="1" dirty="0"/>
              <a:t>Unreliable sources</a:t>
            </a:r>
            <a:r>
              <a:rPr lang="en-US" dirty="0"/>
              <a:t> – scattered, inconsistent information about destinations, local culture, or safety.</a:t>
            </a:r>
          </a:p>
          <a:p>
            <a:r>
              <a:rPr lang="en-US" b="1" dirty="0"/>
              <a:t>Dynamic conditions</a:t>
            </a:r>
            <a:r>
              <a:rPr lang="en-US" dirty="0"/>
              <a:t> – sudden changes in weather, transport schedules, or local advisories.</a:t>
            </a:r>
          </a:p>
          <a:p>
            <a:r>
              <a:rPr lang="en-US" dirty="0"/>
              <a:t>Without a reliable, intelligent assistant, travelers spend excessive time researching and still end up making suboptimal choices, leading to poor travel experiences, overspending, or missed opportunities.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805056" y="447690"/>
            <a:ext cx="32268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1005840" y="1584102"/>
            <a:ext cx="10268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are using Agentic AI system 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893255" y="741143"/>
            <a:ext cx="45391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6727-ECCC-12A7-1A74-4C72030B01EA}"/>
              </a:ext>
            </a:extLst>
          </p:cNvPr>
          <p:cNvSpPr txBox="1"/>
          <p:nvPr/>
        </p:nvSpPr>
        <p:spPr>
          <a:xfrm>
            <a:off x="1005840" y="1584102"/>
            <a:ext cx="10268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are using Agentic AI system 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273CA-7EF7-F715-EF93-66F231F3ABD1}"/>
              </a:ext>
            </a:extLst>
          </p:cNvPr>
          <p:cNvSpPr txBox="1"/>
          <p:nvPr/>
        </p:nvSpPr>
        <p:spPr>
          <a:xfrm>
            <a:off x="1005840" y="1584102"/>
            <a:ext cx="10268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are using Agentic AI system 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End user of project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Langflow</a:t>
            </a:r>
            <a:r>
              <a:rPr lang="en-US" sz="1800" dirty="0"/>
              <a:t>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Langflow</a:t>
            </a:r>
            <a:r>
              <a:rPr lang="en-US" sz="1800" dirty="0"/>
              <a:t> component name –  Agent  , Chat input , Chat output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</a:t>
            </a:r>
            <a:r>
              <a:rPr lang="en-US" sz="1800" dirty="0" err="1"/>
              <a:t>Grainte</a:t>
            </a:r>
            <a:r>
              <a:rPr lang="en-US" sz="1800" dirty="0"/>
              <a:t> model -  for </a:t>
            </a:r>
            <a:r>
              <a:rPr lang="en-US" sz="1800" dirty="0" err="1"/>
              <a:t>eg</a:t>
            </a:r>
            <a:r>
              <a:rPr lang="en-US" sz="1800" dirty="0"/>
              <a:t> – ibm-granite-3-2-8b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RAG if used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Watsonx.ai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Watsonx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7559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064264" y="1583562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First platform merging micro‑climate sensing,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GenAI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policy</a:t>
            </a:r>
            <a:endParaRPr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retrieval for urban adaptation.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2660000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Uses non‑wearable, rooftop nodes—cheaper and easier to deploy</a:t>
            </a:r>
            <a:endParaRPr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city‑wide.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3829113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Granite‑guarded outputs ensure bias‑free, regulation‑compliant</a:t>
            </a:r>
            <a:endParaRPr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advice.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0555" y="1093113"/>
            <a:ext cx="8804051" cy="470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 txBox="1"/>
          <p:nvPr/>
        </p:nvSpPr>
        <p:spPr>
          <a:xfrm>
            <a:off x="1003545" y="364352"/>
            <a:ext cx="820782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Technical flow diagram - Architecture</a:t>
            </a:r>
            <a:r>
              <a:rPr lang="en-US" sz="2400" b="1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blueprint</a:t>
            </a:r>
            <a:endParaRPr lang="en-US" sz="2400" b="1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err="1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2400" b="1" i="0" u="none" strike="noStrike" cap="none" dirty="0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 component Used </a:t>
            </a:r>
            <a:endParaRPr lang="en-US" sz="2400" b="1" i="0" u="none" strike="noStrike" cap="none">
              <a:solidFill>
                <a:srgbClr val="000000"/>
              </a:solidFill>
              <a:ea typeface="Times New Roman"/>
              <a:cs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621792" y="1389888"/>
            <a:ext cx="8823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Explain the use of each </a:t>
            </a:r>
            <a:r>
              <a:rPr lang="en-US" dirty="0" err="1"/>
              <a:t>langflow</a:t>
            </a:r>
            <a:r>
              <a:rPr lang="en-US" dirty="0"/>
              <a:t> component  used into you project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1)Chat Input –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2) IBM </a:t>
            </a:r>
            <a:r>
              <a:rPr lang="en-US" dirty="0" err="1"/>
              <a:t>watsonx</a:t>
            </a:r>
            <a:r>
              <a:rPr lang="en-US" dirty="0"/>
              <a:t> AI Agent</a:t>
            </a:r>
          </a:p>
          <a:p>
            <a:endParaRPr lang="en-US" dirty="0"/>
          </a:p>
          <a:p>
            <a:pPr marL="342900" indent="-342900">
              <a:buAutoNum type="arabicParenR" startAt="3"/>
            </a:pPr>
            <a:r>
              <a:rPr lang="en-US" dirty="0"/>
              <a:t>File component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pPr marL="342900" indent="-342900">
              <a:buAutoNum type="arabicParenR" startAt="3"/>
            </a:pPr>
            <a:r>
              <a:rPr lang="en-US" dirty="0"/>
              <a:t>Chat output 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pPr marL="342900" indent="-342900">
              <a:buAutoNum type="arabicParenR" startAt="3"/>
            </a:pPr>
            <a:r>
              <a:rPr lang="en-US" dirty="0"/>
              <a:t>Add name of any other component used.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F3590-52D3-DC9D-2C84-E66D9597D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175" y="1259923"/>
            <a:ext cx="8846005" cy="41213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838779" y="200739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1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E2832E4-AC39-7A49-D4B6-C1A4B148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2F9EA0-945F-B25A-20C3-D63B1F62E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337" y="1362896"/>
            <a:ext cx="8846005" cy="41213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23FCBA-FC00-378F-C117-12DC1F4FD6E0}"/>
              </a:ext>
            </a:extLst>
          </p:cNvPr>
          <p:cNvSpPr txBox="1"/>
          <p:nvPr/>
        </p:nvSpPr>
        <p:spPr>
          <a:xfrm>
            <a:off x="1065320" y="138955"/>
            <a:ext cx="54666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59E40-7B3E-CFB4-3FD9-6C10E068F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43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D6667-B0AB-E1EE-4A88-EF769D5A1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337" y="1239328"/>
            <a:ext cx="8846005" cy="41213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FE5FD7-2292-570F-1397-1E9287F8CB9D}"/>
              </a:ext>
            </a:extLst>
          </p:cNvPr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1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838F091-0014-6AB2-D2EE-81C735D1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919C56-AC7B-B30B-24DD-FBA3E8E67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175" y="1610031"/>
            <a:ext cx="8846005" cy="41213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9D04B6-7646-B3BF-9A84-684A467FADAB}"/>
              </a:ext>
            </a:extLst>
          </p:cNvPr>
          <p:cNvSpPr txBox="1"/>
          <p:nvPr/>
        </p:nvSpPr>
        <p:spPr>
          <a:xfrm>
            <a:off x="1219779" y="200739"/>
            <a:ext cx="46222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14CEB-36A0-2FF5-7F53-C10C910CA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841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·[ write your project future scope]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app.py file , 2) your_hackthon_problemstatement.pdf file  3) your projectpresntation.pptx file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AF5AFD00-74FD-B439-5973-23933ABD88EC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link for references 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D86E9480-AE0D-8F00-984F-1C0F8F53C1EC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8F2A10B-67AA-AAE6-232F-CFA602CB53A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C95F8CEF-91B5-DD0D-C876-1BFF8ED80FBF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430</Words>
  <Application>Microsoft Office PowerPoint</Application>
  <PresentationFormat>Widescreen</PresentationFormat>
  <Paragraphs>87</Paragraphs>
  <Slides>18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Agentic AI Hackathon: Building Intelligent Agents with IBM Granite and LangFlow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Yogesh Raje</cp:lastModifiedBy>
  <cp:revision>115</cp:revision>
  <dcterms:created xsi:type="dcterms:W3CDTF">2025-07-08T05:06:56Z</dcterms:created>
  <dcterms:modified xsi:type="dcterms:W3CDTF">2026-01-24T07:27:38Z</dcterms:modified>
</cp:coreProperties>
</file>